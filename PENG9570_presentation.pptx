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A7CB18-5515-450E-A889-8D6855020EFF}" v="1" dt="2023-06-12T12:30:52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80198" autoAdjust="0"/>
  </p:normalViewPr>
  <p:slideViewPr>
    <p:cSldViewPr snapToGrid="0">
      <p:cViewPr varScale="1">
        <p:scale>
          <a:sx n="108" d="100"/>
          <a:sy n="108" d="100"/>
        </p:scale>
        <p:origin x="4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dik Steinsvåg Dalen" userId="440473a0-7a99-4af8-88c0-3c9403151ff0" providerId="ADAL" clId="{B3A7CB18-5515-450E-A889-8D6855020EFF}"/>
    <pc:docChg chg="undo custSel modSld">
      <pc:chgData name="Bendik Steinsvåg Dalen" userId="440473a0-7a99-4af8-88c0-3c9403151ff0" providerId="ADAL" clId="{B3A7CB18-5515-450E-A889-8D6855020EFF}" dt="2023-06-12T12:44:07.830" v="701" actId="20577"/>
      <pc:docMkLst>
        <pc:docMk/>
      </pc:docMkLst>
      <pc:sldChg chg="modSp mod modNotesTx">
        <pc:chgData name="Bendik Steinsvåg Dalen" userId="440473a0-7a99-4af8-88c0-3c9403151ff0" providerId="ADAL" clId="{B3A7CB18-5515-450E-A889-8D6855020EFF}" dt="2023-06-12T12:44:07.830" v="701" actId="20577"/>
        <pc:sldMkLst>
          <pc:docMk/>
          <pc:sldMk cId="834852177" sldId="257"/>
        </pc:sldMkLst>
        <pc:spChg chg="mod">
          <ac:chgData name="Bendik Steinsvåg Dalen" userId="440473a0-7a99-4af8-88c0-3c9403151ff0" providerId="ADAL" clId="{B3A7CB18-5515-450E-A889-8D6855020EFF}" dt="2023-06-12T10:43:23.655" v="1" actId="790"/>
          <ac:spMkLst>
            <pc:docMk/>
            <pc:sldMk cId="834852177" sldId="257"/>
            <ac:spMk id="2" creationId="{FDCD3E44-5F70-119C-4DF5-656363508DA7}"/>
          </ac:spMkLst>
        </pc:spChg>
        <pc:spChg chg="mod">
          <ac:chgData name="Bendik Steinsvåg Dalen" userId="440473a0-7a99-4af8-88c0-3c9403151ff0" providerId="ADAL" clId="{B3A7CB18-5515-450E-A889-8D6855020EFF}" dt="2023-06-12T12:44:07.830" v="701" actId="20577"/>
          <ac:spMkLst>
            <pc:docMk/>
            <pc:sldMk cId="834852177" sldId="257"/>
            <ac:spMk id="3" creationId="{2D472DC2-F8D5-6D71-722C-41327C3A44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6CD5F-9C2F-4A42-8477-1E0F4F4253B5}" type="datetimeFigureOut">
              <a:rPr lang="en-GB" smtClean="0"/>
              <a:t>12/06/2023</a:t>
            </a:fld>
            <a:endParaRPr lang="en-GB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6FA7C-276A-496E-AD06-0F080C0EB1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8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Particle colliding with potential barrier -&gt; scattering</a:t>
            </a:r>
          </a:p>
          <a:p>
            <a:r>
              <a:rPr lang="en-GB" noProof="0" dirty="0"/>
              <a:t>Scattering is weird</a:t>
            </a:r>
          </a:p>
          <a:p>
            <a:r>
              <a:rPr lang="en-GB" noProof="0" dirty="0"/>
              <a:t> - Tunnelling</a:t>
            </a:r>
          </a:p>
          <a:p>
            <a:r>
              <a:rPr lang="en-GB" noProof="0" dirty="0"/>
              <a:t>Double barrier is stranger</a:t>
            </a:r>
          </a:p>
          <a:p>
            <a:r>
              <a:rPr lang="en-GB" noProof="0" dirty="0"/>
              <a:t> - Transmission chance now spikes and dips for certain velocities</a:t>
            </a:r>
          </a:p>
          <a:p>
            <a:r>
              <a:rPr lang="en-GB" noProof="0" dirty="0"/>
              <a:t>We studied this numerically</a:t>
            </a:r>
          </a:p>
          <a:p>
            <a:endParaRPr lang="en-GB" noProof="0" dirty="0"/>
          </a:p>
          <a:p>
            <a:r>
              <a:rPr lang="en-GB" noProof="0" dirty="0"/>
              <a:t>Numerical simulations of TDSE are difficult</a:t>
            </a:r>
          </a:p>
          <a:p>
            <a:r>
              <a:rPr lang="en-GB" noProof="0" dirty="0"/>
              <a:t> - Much computational cost</a:t>
            </a:r>
          </a:p>
          <a:p>
            <a:r>
              <a:rPr lang="en-GB" noProof="0" dirty="0"/>
              <a:t> - Much memory cost</a:t>
            </a:r>
          </a:p>
          <a:p>
            <a:r>
              <a:rPr lang="en-GB" noProof="0" dirty="0"/>
              <a:t>Need large, detailed grid to avoid boundary issues</a:t>
            </a:r>
          </a:p>
          <a:p>
            <a:r>
              <a:rPr lang="en-GB" noProof="0" dirty="0"/>
              <a:t> - Also many matrices</a:t>
            </a:r>
          </a:p>
          <a:p>
            <a:r>
              <a:rPr lang="en-GB" noProof="0" dirty="0"/>
              <a:t>Potential solution: Use CAPs</a:t>
            </a:r>
          </a:p>
          <a:p>
            <a:r>
              <a:rPr lang="en-GB" noProof="0" dirty="0"/>
              <a:t> - W.f. is absorbed close to endpoints </a:t>
            </a:r>
          </a:p>
          <a:p>
            <a:r>
              <a:rPr lang="en-GB" noProof="0" dirty="0"/>
              <a:t> - Can reduce grid greatly</a:t>
            </a:r>
          </a:p>
          <a:p>
            <a:r>
              <a:rPr lang="en-GB" noProof="0" dirty="0"/>
              <a:t>Only problem is non-Hermitian</a:t>
            </a:r>
          </a:p>
          <a:p>
            <a:r>
              <a:rPr lang="en-GB" noProof="0" dirty="0"/>
              <a:t> - Can be worked around</a:t>
            </a:r>
          </a:p>
          <a:p>
            <a:endParaRPr lang="en-GB" noProof="0" dirty="0"/>
          </a:p>
          <a:p>
            <a:r>
              <a:rPr lang="en-GB" noProof="0" dirty="0"/>
              <a:t>Use </a:t>
            </a:r>
            <a:r>
              <a:rPr lang="en-GB" noProof="0" dirty="0" err="1"/>
              <a:t>a.u</a:t>
            </a:r>
            <a:r>
              <a:rPr lang="en-GB" noProof="0" dirty="0"/>
              <a:t>.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FA7C-276A-496E-AD06-0F080C0EB12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71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3E7461C-A2A3-D03A-327C-A85FFA015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04B7510-1BD0-3BA4-4988-18EDD13BD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GB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3738F94-9D38-CC2A-83E5-20A241AF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AF7E-61C2-4AAC-A7FC-E893CA4398BC}" type="datetime1">
              <a:rPr lang="en-GB" smtClean="0"/>
              <a:t>12/06/2023</a:t>
            </a:fld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69B93D4-7BAF-8C30-8EAC-ED00E28C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03550E7-0F65-860B-9926-64C11C00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180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7D068DC-B99E-5E47-9499-301FC2E6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000C8EE-7B4C-8DE2-86E2-F609F0C6C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EA7557D-6093-49B6-4282-02324ADC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32BF-4702-45D0-927D-45AFEA58F4B5}" type="datetime1">
              <a:rPr lang="en-GB" smtClean="0"/>
              <a:t>12/06/2023</a:t>
            </a:fld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CFB085A-7828-001A-C8C5-369273E7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C905585-2BFD-E078-CC3B-F62D5443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6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22065AD-4DFD-7F4C-8BD4-DEFE8B87C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5ADE1EB-EBD9-143C-633A-90B21DEB6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3441212-0D75-17E4-C7A1-CCC03640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BC77-E3FF-4269-8553-1EAB76D71CB4}" type="datetime1">
              <a:rPr lang="en-GB" smtClean="0"/>
              <a:t>12/06/2023</a:t>
            </a:fld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28C1588-65EE-E085-1AE8-5DDFB818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A01FA60-0E5E-52E4-F83A-C322DDF6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6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A1D5F5-7BD5-BEF4-DF4E-EDEF70CC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AB5B4D2-2160-9CC0-16FC-7AC154865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CD257EB0-6AA8-2D98-18A1-BC6BFB949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45753A7-9DCE-9270-3659-7BD4D5C2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93BEF-AEFC-42CF-B7EF-734A1900AE72}" type="datetime1">
              <a:rPr lang="en-GB" smtClean="0"/>
              <a:t>12/06/2023</a:t>
            </a:fld>
            <a:endParaRPr lang="en-GB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873E3CE3-CE97-B580-52F6-427BF264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4F85ABB5-9D99-BCB7-15ED-032ADE45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26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D1DC5DD-E329-F7D7-6877-6DE84CF1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D685880-E3D7-A901-1E70-EBBC35A33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8F276143-9D91-CC35-F453-558426409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9125967E-AFC0-D9D1-EAB8-FAD746472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FB74D466-7D27-43B2-4999-BA990963A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29566556-3E2D-09DD-20CF-DD9DC3D6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1DBB-CE20-41A8-A339-F97A8E3DD19F}" type="datetime1">
              <a:rPr lang="en-GB" smtClean="0"/>
              <a:t>12/06/2023</a:t>
            </a:fld>
            <a:endParaRPr lang="en-GB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9CADB626-9434-04C9-BA75-4E98B807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64A3038-4799-47D3-ACD4-900EC47E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21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5F088F-5268-4F6C-0EAC-F2CD0EA6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9F0A0C7E-2DF2-E9E9-17DB-93811FF4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59D1-49DF-495C-B673-7958572BA73B}" type="datetime1">
              <a:rPr lang="en-GB" smtClean="0"/>
              <a:t>12/06/2023</a:t>
            </a:fld>
            <a:endParaRPr lang="en-GB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62B4769-77A1-323E-46A5-84157EB6B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AF0B1A53-D3F5-CB8D-4A54-14E08A29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79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A88142F0-3668-29F0-412A-DDFCD971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EFEA-8CD2-49F3-8C5F-A796BB861521}" type="datetime1">
              <a:rPr lang="en-GB" smtClean="0"/>
              <a:t>12/06/2023</a:t>
            </a:fld>
            <a:endParaRPr lang="en-GB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225C47F-D4EF-1A8F-67E0-FD9263BE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6C982834-AD85-461A-BAA5-8E9C1C5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111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A3AA42-ED02-5923-5850-1A58A29F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BE34A97-16E9-5AF2-9DE8-AC9213E82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7F71417-A044-3049-8962-C28EAE4FF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D956118B-680D-B1B0-D664-3B1101415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7EDB-EC6E-4F4E-B299-6BD38BE40B86}" type="datetime1">
              <a:rPr lang="en-GB" smtClean="0"/>
              <a:t>12/06/2023</a:t>
            </a:fld>
            <a:endParaRPr lang="en-GB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7CE4ECE-78B4-0FC6-B4D5-6DBDA7DA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AC49B06-B838-069C-CFDC-3A4C5EB5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095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1463FE1-6FD2-3916-C527-0D2D0B2B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269E95F3-A64D-F569-EFCC-B9CE2CF32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5013BF5-FFD7-60FC-5A34-33CC3A7BA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567B863-C391-0EC8-AC26-0C8FB2AB3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8F5C-BC09-4F5A-9F4F-82B7112AA28A}" type="datetime1">
              <a:rPr lang="en-GB" smtClean="0"/>
              <a:t>12/06/2023</a:t>
            </a:fld>
            <a:endParaRPr lang="en-GB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39545A7-538E-F585-3840-2CCA9D30F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45D5254-54E4-7166-1291-0402088B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89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EEA6DF6-C83A-3B51-6E2F-2981F9A8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0201B612-AE09-0741-C4B3-E68D809CD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4F06BCC-3A63-B211-4404-74E9DEED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C5D5C-DA4C-4FFE-A2DE-F312C17F5957}" type="datetime1">
              <a:rPr lang="en-GB" smtClean="0"/>
              <a:t>12/06/2023</a:t>
            </a:fld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AD65D59-C1C7-3F12-7EE5-D8715738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D583EE0-1176-BC16-24F9-83CB0E2A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0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CF9ACEBE-9A7E-26C8-7348-1AE7FA45D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8696EAE-469E-0EB3-B65C-50E8F355D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952765D-5A3A-6E55-829A-AE60740C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7C80-E93F-4DD0-A30A-19C873B2577A}" type="datetime1">
              <a:rPr lang="en-GB" smtClean="0"/>
              <a:t>12/06/2023</a:t>
            </a:fld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44894BB-0DEC-EADE-F81F-3E7A275A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5B36080-F672-A6A3-852A-1CEF1536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45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941063D6-6193-3EAC-B207-72F51849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4ACEB6A-FD63-C6D6-59BA-554F66753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B0D09CA-65B3-682D-B11D-918C39360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A4526-138E-46FB-922C-0D174295912B}" type="datetime1">
              <a:rPr lang="en-GB" smtClean="0"/>
              <a:t>12/06/2023</a:t>
            </a:fld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28273DF-1AEC-E475-4502-8C727D664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EB96E11-75D6-5FC1-0E40-6CD732DED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51C37-2468-46D7-9EED-F9E112E9B8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7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D411C6-E956-1581-50B8-D6BBE3CF8A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800" dirty="0"/>
              <a:t>Simulations of Quantum Scattering on a Double Barrier Using</a:t>
            </a:r>
            <a:br>
              <a:rPr lang="en-GB" sz="4800" dirty="0"/>
            </a:br>
            <a:r>
              <a:rPr lang="en-GB" sz="4800" dirty="0"/>
              <a:t>Complex Absorbing Potentials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4F26F9F-2AF8-B29B-C26B-8A460C325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E8C283A-76CC-0D44-C7BA-49395B5A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26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DCD3E44-5F70-119C-4DF5-65636350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D472DC2-F8D5-6D71-722C-41327C3A4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7625AB4-6F65-B00B-0FE8-94F980C0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852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199D7DF-17F8-A56C-7C14-C8B8C474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and Method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09B6EF8-0B3C-508C-4240-73FE462A7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8EB69D2-9137-265C-C315-C7B527AF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52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74C14AC-7308-0B37-6832-540B0CB5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7A29D2E-536D-9118-5AF7-5CF741062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8820034-6AA9-9828-914D-6869119E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526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FB91ED8-CB6F-5340-8F77-FDB89C29F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45630C3-765E-0B4A-A673-59A16AB83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6F98A98-1115-B048-55CB-A49A82F4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93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BD47909-0217-64D8-5B4F-3109100A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 Using the Model for Optimisation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4026D6F-44E9-C23F-AF9A-906929E0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3DB8856-93E7-5DF5-C96E-65C52E2E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51C37-2468-46D7-9EED-F9E112E9B8D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086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131</Words>
  <Application>Microsoft Office PowerPoint</Application>
  <PresentationFormat>Widescreen</PresentationFormat>
  <Paragraphs>32</Paragraphs>
  <Slides>6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Office-tema</vt:lpstr>
      <vt:lpstr>Simulations of Quantum Scattering on a Double Barrier Using Complex Absorbing Potentials</vt:lpstr>
      <vt:lpstr>Introduction</vt:lpstr>
      <vt:lpstr>Theory and Method</vt:lpstr>
      <vt:lpstr>Results</vt:lpstr>
      <vt:lpstr>Conclusions</vt:lpstr>
      <vt:lpstr>On Using the Model for Optimisation</vt:lpstr>
    </vt:vector>
  </TitlesOfParts>
  <Company>OsloMet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Simulations of Quantum Scattering on a Double Barrier Using Complex Absorbing Potentials</dc:title>
  <dc:creator>Bendik Steinsvåg Dalen</dc:creator>
  <cp:lastModifiedBy>Bendik Steinsvåg Dalen</cp:lastModifiedBy>
  <cp:revision>1</cp:revision>
  <dcterms:created xsi:type="dcterms:W3CDTF">2023-06-12T10:40:11Z</dcterms:created>
  <dcterms:modified xsi:type="dcterms:W3CDTF">2023-06-12T12:44:11Z</dcterms:modified>
</cp:coreProperties>
</file>